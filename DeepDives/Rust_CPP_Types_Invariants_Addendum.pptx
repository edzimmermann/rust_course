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Type safety: https://rust-lang.github.io/api-guidelines/type-safety.html
- C++ Core Guidelines, class/invariant rules: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Type safety: https://rust-lang.github.io/api-guidelines/type-safety.html
- C++ Core Guidelines, Abstract and invariant rules: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class and invariant sections: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“If a class has an invariant, use a class”: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constructor rules and invariants: https://isocpp.github.io/CppCoreGuidelines/CppCoreGuidelines
- cppreference, std::optional: https://en.cppreference.com/w/cpp/utility/optional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Guidelines: https://isocpp.github.io/CppCoreGuidelines/CppCoreGuidelines
- cppreference, std::optional: https://en.cppreference.com/w/cpp/utility/optional
- cppreference, std::variant: https://en.cppreference.com/w/cpp/utility/variant
- cppreference, std::span: https://en.cppreference.com/w/cpp/container/span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Enums and Pattern Matching: https://doc.rust-lang.org/book/ch06-00-enums.html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std::option::Option docs: https://doc.rust-lang.org/std/option/enum.Option.html
- cppreference, std::optional: https://en.cppreference.com/w/cpp/utility/optional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std::result module docs: https://doc.rust-lang.org/std/result/
- cppreference, std::variant: https://en.cppreference.com/w/cpp/utility/variant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Enums: https://doc.rust-lang.org/book/ch06-00-enums.html
- cppreference, std::variant: https://en.cppreference.com/w/cpp/utility/variant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match control flow: https://doc.rust-lang.org/book/ch06-02-match.html
- cppreference, std::variant: https://en.cppreference.com/w/cpp/utility/variant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Newtypes provide static distinctions: https://rust-lang.github.io/api-guidelines/type-safety.html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Arguments convey meaning through types: https://rust-lang.github.io/api-guidelines/type-safety.html
- C++ Core Guidelines, interfaces and strong types: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Using Structs and Methods: https://doc.rust-lang.org/book/ch05-00-structs.html
- Rust std::result docs: https://doc.rust-lang.org/std/result/
- C++ Core Guidelines, constructors establish invariants: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Advanced Types: https://doc.rust-lang.org/book/ch20-03-advanced-types.html
- Rust API Guidelines, Type safety: https://rust-lang.github.io/api-guidelines/type-safety.html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Type safety and custom types: https://rust-lang.github.io/api-guidelines/type-safety.html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public/private data and invariants: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Newtypes: https://rust-lang.github.io/api-guidelines/type-safety.html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interfaces and class invariants: https://isocpp.github.io/CppCoreGuidelines/CppCoreGuidelines
- Rust API Guidelines, Type safety: https://rust-lang.github.io/api-guidelines/type-safety.html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C++ Core Guidelines, class invariants and interfaces: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Hands-on lab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Lab hint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cppreference, std::optional: https://en.cppreference.com/w/cpp/utility/optional
- cppreference, std::variant: https://en.cppreference.com/w/cpp/utility/variant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Book, Enums and Pattern Matching: https://doc.rust-lang.org/book/ch06-00-enums.html
- Rust std::option::Option docs: https://doc.rust-lang.org/std/option/enum.Option.html
- Rust std::result docs: https://doc.rust-lang.org/std/result/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Quiz slide; answers appear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Quiz slide; answers appear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Quiz answer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&amp; Invariants addendum. 
[Sources]
- Rust API Guidelines, Type safety: https://rust-lang.github.io/api-guidelines/type-safety.html
- C++ Core Guidelines, class invariants: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132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&amp; Invariants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399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0789920" cy="114300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illegal states impossible to represent.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the patterns become reflex.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1097280" cy="292608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48840" y="5349240"/>
            <a:ext cx="1097280" cy="292608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0" y="5349240"/>
            <a:ext cx="1371600" cy="292608"/>
          </a:xfrm>
          <a:prstGeom prst="rect">
            <a:avLst/>
          </a:prstGeom>
          <a:solidFill>
            <a:srgbClr val="19C58F"/>
          </a:solidFill>
          <a:ln>
            <a:solidFill>
              <a:srgbClr val="19C58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4920" y="5349240"/>
            <a:ext cx="1737360" cy="2926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proof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86600" y="5349240"/>
            <a:ext cx="1371600" cy="292608"/>
          </a:xfrm>
          <a:prstGeom prst="rect">
            <a:avLst/>
          </a:prstGeom>
          <a:solidFill>
            <a:srgbClr val="FF3D71"/>
          </a:solidFill>
          <a:ln>
            <a:solidFill>
              <a:srgbClr val="FF3D7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design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follows ownership, pointers, mutation and concurrency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asks who is responsible. Types ask which realities the program is allowed to express.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2377440" cy="96012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
</a:t>
            </a:r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responsible for destroying or transferring this value?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0440" y="1234440"/>
            <a:ext cx="2377440" cy="96012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
</a:t>
            </a:r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reach the value, and can that access still be valid?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2377440" cy="960120"/>
          </a:xfrm>
          <a:prstGeom prst="rect">
            <a:avLst/>
          </a:prstGeom>
          <a:solidFill>
            <a:srgbClr val="0A1624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
</a:t>
            </a:r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may change the value while other code can see it?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98280" y="1234440"/>
            <a:ext cx="2377440" cy="96012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
</a:t>
            </a:r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this program state exist at all?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27248" y="1719072"/>
            <a:ext cx="36576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25312" y="1719072"/>
            <a:ext cx="36576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14232" y="1719072"/>
            <a:ext cx="36576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154680"/>
            <a:ext cx="10149840" cy="96012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mature question is not “does this compile?”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“what bad states did the type system make unrepresentable?”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bridge back to better C++ API design: encode more facts, document fewer assumptions.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invariant?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fact that must remain true whenever the object is observed through its public interface.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10607040" cy="91440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invariant is a promise the object must keep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construction and after every public operation.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9184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length &lt;= 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balance never negative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socket is either open or closed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checksum exists only after success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283464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bugs enter
</a:t>
            </a:r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representation allows combinations that the domain does not.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angle
</a:t>
            </a:r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types so fewer impossible combinations can be built in safe code.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C++ programmers already think this way. Rust makes it the default pressure of the language.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enemy: representable but invalid states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can be memory-safe and still semantically broken.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530352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representation too loose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435608"/>
            <a:ext cx="5303520" cy="267919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Order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state;          // 0 draft, 1 paid, 2 shipped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bool paid;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receipt_id;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tracking_no;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Possible but nonsense: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state == shipped, paid == false, tracking_no == ""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475488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 permits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453896"/>
            <a:ext cx="4754880" cy="2660904"/>
          </a:xfrm>
          <a:prstGeom prst="rect">
            <a:avLst/>
          </a:prstGeom>
          <a:solidFill>
            <a:srgbClr val="0A1624"/>
          </a:solidFill>
          <a:ln w="10160">
            <a:solidFill>
              <a:srgbClr val="FF3D7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shipped without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paid=false but receipt exists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 state value 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partially initialized order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4846320"/>
            <a:ext cx="9875520" cy="68580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compiler cannot defend an invariant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the type never expressed.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already has the idea: classes protect invariants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representation plus constructors is the classic C++ invariant machine.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539496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C++20: better but still a design choice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5394960" cy="345643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Percent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static std::optional&lt;Percent&gt; make(int v)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(v &lt; 0 || v &gt; 100) return std::nullopt;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Percent(v);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value() const { return value_;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private: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explicit Percent(int v) : value_(v) {}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value_;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400800" y="1078992"/>
            <a:ext cx="48920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buys you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389888"/>
            <a:ext cx="4892040" cy="343814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public invalid constructor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every Percent is checked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callers must handle failure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later code can trust the value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did not invent invariants. It makes invariant-preserving APIs feel more natural.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C++ gives us useful invariant tools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danger is not the language. The danger is failing to use the vocabulary.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112264" cy="600891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935224" y="1143000"/>
            <a:ext cx="4013302" cy="600891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expresses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948526" y="1143000"/>
            <a:ext cx="4435754" cy="600891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helps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22960" y="1743891"/>
            <a:ext cx="211226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class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935224" y="1743891"/>
            <a:ext cx="4013302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named alternatives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948526" y="1743891"/>
            <a:ext cx="443575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magic integers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22960" y="2344783"/>
            <a:ext cx="211226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std::optional&lt;T&gt;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935224" y="2344783"/>
            <a:ext cx="4013302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may be absent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948526" y="2344783"/>
            <a:ext cx="443575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sentinel/null conventions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22960" y="2945674"/>
            <a:ext cx="211226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std::variant&lt;A,B&gt;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935224" y="2945674"/>
            <a:ext cx="4013302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several shapes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948526" y="2945674"/>
            <a:ext cx="443575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parallel fields and tag bugs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22960" y="3546566"/>
            <a:ext cx="211226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std::span&lt;T&gt;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935224" y="3546566"/>
            <a:ext cx="4013302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 + length view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948526" y="3546566"/>
            <a:ext cx="443575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pointer/size drift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22960" y="4147457"/>
            <a:ext cx="211226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typedef/newtype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935224" y="4147457"/>
            <a:ext cx="4013302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meaning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948526" y="4147457"/>
            <a:ext cx="4435754" cy="600891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mixing IDs, units, states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22960" y="4748349"/>
            <a:ext cx="211226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invariant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935224" y="4748349"/>
            <a:ext cx="4013302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representation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948526" y="4748349"/>
            <a:ext cx="4435754" cy="600891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checks in constructor/API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C++ improvement target: move from “comments and conventions” toward “values the type system can distinguish.”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moves the default: domain choices become data types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Enums are not just integer labels. Variants can carry exactly the data they need.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078992"/>
            <a:ext cx="55778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Rust: state + data in one type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5577840" cy="382219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enum Order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Draft,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Paid { receipt: ReceiptId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Shipped { receipt: ReceiptId, tracking: TrackingNo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Cancelled { reason: String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tracking(o: &amp;Order) -&gt; Option&lt;&amp;TrackingNo&gt;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match o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Order::Shipped { tracking, .. } =&gt; Some(tracking),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_ =&gt; None,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29400" y="1078992"/>
            <a:ext cx="470916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disappeared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629400" y="1389888"/>
            <a:ext cx="4709160" cy="380390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integer state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parallel optional fields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shipped-without-tracking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checks every alternative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enums are a domain modeling tool, not merely a control-flow convenience.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Option: absence is not a special value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“maybe present” case deserves its own shape.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30352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style progression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527048"/>
            <a:ext cx="5303520" cy="226771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User* find_user(Id id);               // may be null? owns?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std::optional&lt;User&gt; find_user(Id id); // maybe value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std::optional&lt;std::reference_wrapper&lt;User&gt;&gt; find_ref(Id id);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55080" y="1234440"/>
            <a:ext cx="516636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1527048"/>
            <a:ext cx="5166360" cy="22677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find_user(id: Id) -&gt; Option&lt;User&gt;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match find_user(id)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Some(user) =&gt; send(user),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None =&gt; log_missing(id),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280160" y="4617720"/>
            <a:ext cx="9601200" cy="786384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Null is a convention.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/ optional is a type-level fact.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failure is not an afterthought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recoverable failure should shape the return type.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25780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legacy shape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257800" cy="258775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bool parse(Packet&amp; out, std::string_view bytes);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Packet p;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(!parse(p, bytes))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// why did it fail?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Is p valid here?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55080" y="1188720"/>
            <a:ext cx="516636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shape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1481328"/>
            <a:ext cx="5166360" cy="258775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parse(bytes: &amp;[u8]) -&gt; Result&lt;Packet, ParseError&gt;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packet = parse(bytes)?;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packet exists only after success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234440" y="4617720"/>
            <a:ext cx="9601200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C++20 analogue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234440" y="4928616"/>
            <a:ext cx="9601200" cy="603504"/>
          </a:xfrm>
          <a:prstGeom prst="rect">
            <a:avLst/>
          </a:prstGeom>
          <a:solidFill>
            <a:srgbClr val="0A1624"/>
          </a:solidFill>
          <a:ln w="10160">
            <a:solidFill>
              <a:srgbClr val="7C3AE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std::expected&lt;T,E&gt; is C++23, not C++20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C++20 often uses variant, optional + error, exceptions, or project-specific Result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design goal is still the same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Enums with data: avoid “tag + bag of fields” designs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data to the case that makes it meaningful.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512064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common weak shape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344168"/>
            <a:ext cx="5120640" cy="318211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enum class EventKind { Click, Key, Resize };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Event 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EventKind kind;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x, y;       // only Click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key_code;   // only Key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w, h;       // only Resize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50749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Rust: shape follows meaning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344168"/>
            <a:ext cx="5074920" cy="31821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enum Event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Click { x: i32, y: i32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Key { code: KeyCode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Resize { width: u32, height: u32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can approximate this with std::variant&lt;Click, Key, Resize&gt;; Rust makes this a first-class idiom.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matching is an invariant-maintenance tool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helps find code that forgot a case after the model evolves.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042416"/>
            <a:ext cx="58978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Rust: add a variant, revisit decisions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5897880" cy="40965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enum Payment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Cash,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Card { token: Token },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Invoice { account: AccountId },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settle(p: Payment)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match p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Payment::Cash =&gt; settle_cash(),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Payment::Card { token } =&gt; charge(token),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// Invoice not handled =&gt; compile-time reminder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10" dirty="0"/>
          </a:p>
        </p:txBody>
      </p:sp>
      <p:sp>
        <p:nvSpPr>
          <p:cNvPr id="9" name="Text 7"/>
          <p:cNvSpPr/>
          <p:nvPr/>
        </p:nvSpPr>
        <p:spPr>
          <a:xfrm>
            <a:off x="6995160" y="1234440"/>
            <a:ext cx="4206240" cy="12801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value
</a:t>
            </a:r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the domain model should break the places that need a new decision.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95160" y="2880360"/>
            <a:ext cx="4206240" cy="128016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equivalent pressure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std::variant + std::visit, exhaustive helper patterns, warnings, and tests.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“make the compiler nag exactly where the domain changed.”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Newtypes: same representation, different meaning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smallest type can prevent the most embarrassing bugs.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521208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weak signal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435608"/>
            <a:ext cx="5212080" cy="190195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charge(int customer_id, int amount_cents);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charge(amount_cents, customer_id); // compiles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309360" y="1143000"/>
            <a:ext cx="525780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newtype signal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09360" y="1435608"/>
            <a:ext cx="5257800" cy="190195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CustomerId(u64);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Cents(i64);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charge(customer: CustomerId, amount: Cents) { ... 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charge(Cents(500), CustomerId(42)); // rejected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3000" y="4023360"/>
            <a:ext cx="4937760" cy="320040"/>
          </a:xfrm>
          <a:prstGeom prst="rect">
            <a:avLst/>
          </a:prstGeom>
          <a:solidFill>
            <a:srgbClr val="FF3D71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type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080760" y="4023360"/>
            <a:ext cx="4937760" cy="320040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type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143000" y="4343400"/>
            <a:ext cx="4937760" cy="32004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080760" y="4343400"/>
            <a:ext cx="4937760" cy="32004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/ named option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43000" y="4663440"/>
            <a:ext cx="4937760" cy="32004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080760" y="4663440"/>
            <a:ext cx="4937760" cy="32004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ID / unit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143000" y="4983480"/>
            <a:ext cx="4937760" cy="32004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080760" y="4983480"/>
            <a:ext cx="4937760" cy="32004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EmailAddress / Url / Token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43000" y="5303520"/>
            <a:ext cx="4937760" cy="32004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usize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080760" y="5303520"/>
            <a:ext cx="4937760" cy="32004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/ Count / Capacity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 parameters are often disguised missing types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boolean answers yes/no; it rarely explains the domain.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07492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API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527048"/>
            <a:ext cx="5074920" cy="2176272"/>
          </a:xfrm>
          <a:prstGeom prst="rect">
            <a:avLst/>
          </a:prstGeom>
          <a:solidFill>
            <a:srgbClr val="071827"/>
          </a:solidFill>
          <a:ln w="10160">
            <a:solidFill>
              <a:srgbClr val="FF3D71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Widget::new(true, 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connect(host, true, 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render(image, false, true, true);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749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API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527048"/>
            <a:ext cx="5074920" cy="217627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Widget::new(Size::Small, Shape::Round);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connect(host, Tls::Required, Compression::Off);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render(image, Alpha::Premultiplied, Scaling::Linear);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88720" y="4617720"/>
            <a:ext cx="9784080" cy="73152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named type turns a call-site guess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into a readable statement.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constructors: validate at the boundary, trust inside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scatter the same “is this valid?” check throughout the system.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060704"/>
            <a:ext cx="53492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353312"/>
            <a:ext cx="5349240" cy="377647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struct Port(u16);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Port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 fn new(n: u16) -&gt; Result&lt;Self, PortError&gt;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if n == 0 { return Err(PortError::Reserved);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Ok(Self(n))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 fn get(&amp;self) -&gt; u16 { self.0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446520" y="1060704"/>
            <a:ext cx="480060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pattern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46520" y="1371600"/>
            <a:ext cx="4800600" cy="375818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representation is private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constructor establishes invariant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methods preserve invariant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invalid input stays at the boundary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C++: private constructor + factory returning optional/expected/variant/exception depending on policy.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Typestate: protocols become types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objects are only valid after a sequence of operations. Model the sequence.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01168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8FA5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Disconnected
</a:t>
            </a:r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send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828800"/>
            <a:ext cx="201168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
</a:t>
            </a:r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authenticate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201168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
</a:t>
            </a:r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send request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
</a:t>
            </a:r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more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52928" y="2286000"/>
            <a:ext cx="877824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79008" y="2286000"/>
            <a:ext cx="877824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05088" y="2286000"/>
            <a:ext cx="877824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657600"/>
            <a:ext cx="10149840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sketch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005840" y="3950208"/>
            <a:ext cx="10149840" cy="1307592"/>
          </a:xfrm>
          <a:prstGeom prst="rect">
            <a:avLst/>
          </a:prstGeom>
          <a:solidFill>
            <a:srgbClr val="071827"/>
          </a:solidFill>
          <a:ln w="10160">
            <a:solidFill>
              <a:srgbClr val="7C3AED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Conn&lt;State&gt; { socket: TcpStream, state: State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Disconnected; struct Connected; struct Authenticated;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Conn&lt;Connected&gt;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authenticate(self, token: Token) -&gt; Result&lt;Conn&lt;Authenticated&gt;, AuthErr&gt; { ...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Conn&lt;Authenticated&gt;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send(&amp;mut self, request: Request) -&gt; Result&lt;Response, IoErr&gt; { ...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Typestate is not Rust-only. It is a design discipline: make illegal method calls untypeable.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parse boundary: strings are not domain values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string becomes an EmailAddress only after validation succeeds.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code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486400" cy="286207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parse_email(s: &amp;str) -&gt; Result&lt;EmailAddress, EmailError&gt;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validate syntax, length, normalization policy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EmailAddress::new(s)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invite(email: EmailAddress)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no need to re-validate syntax here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629400" y="1188720"/>
            <a:ext cx="46177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629400" y="1499616"/>
            <a:ext cx="4617720" cy="284378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inside code receives stronger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focus on validation boundary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checks are not optional convention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call sites reveal domain meaning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4983480"/>
            <a:ext cx="9509760" cy="68580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converts untrusted bytes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into trusted domain values.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Invariants and mutation: every setter is a possible breach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is not dangerous only because of aliasing. It can also break meaning.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21208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C++ object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212080" cy="2542032"/>
          </a:xfrm>
          <a:prstGeom prst="rect">
            <a:avLst/>
          </a:prstGeom>
          <a:solidFill>
            <a:srgbClr val="071827"/>
          </a:solidFill>
          <a:ln w="10160">
            <a:solidFill>
              <a:srgbClr val="FF3D71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Account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balance;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acct.balance -= amount;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negative? overflow? authorized?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0749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Invariant-preserving operation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481328"/>
            <a:ext cx="5074920" cy="254203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Account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bool withdraw(Cents amount);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Cents balance() const;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private: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Cents balance_;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143000" y="4572000"/>
            <a:ext cx="987552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43000" y="4882896"/>
            <a:ext cx="9875520" cy="69494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public mutable fields for invariant-bearing types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prefer operations that mean something in the domain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force mutation through invariant-preserving methods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angle: types often vanish, bugs do not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wrapper type is usually a compile-time distinction; it need not be a runtime tax.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310896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level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CustomerId, Port, NonEmptyString, State-specific connection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371600"/>
            <a:ext cx="310896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level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integer, pointer, struct layout, enum discriminant, optimized branches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1371600"/>
            <a:ext cx="310896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level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occur at construction or transition boundaries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50208" y="1920240"/>
            <a:ext cx="54864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53528" y="1920240"/>
            <a:ext cx="54864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51560" y="3657600"/>
            <a:ext cx="101498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example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051560" y="3950208"/>
            <a:ext cx="1014984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UserId(u64);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OrderId(u64);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load_user(id: UserId) { ...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load_order(id: OrderId) { ... 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different types, same machine-sized representation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a missing type is usually paid in debugging time, not CPU time.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and invariants: where the compiler’s proof depends on you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code often exists to maintain a fact the compiler cannot see.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525780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rule of thumb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481328"/>
            <a:ext cx="5257800" cy="2542032"/>
          </a:xfrm>
          <a:prstGeom prst="rect">
            <a:avLst/>
          </a:prstGeom>
          <a:solidFill>
            <a:srgbClr val="071827"/>
          </a:solidFill>
          <a:ln w="10160">
            <a:solidFill>
              <a:srgbClr val="FF3D71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Safe API: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fn get(&amp;self, i: Index) -&gt; &amp;T { ...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Inside may use unsafe for performance/layout: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 self.data.get_unchecked(i.raw()) 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489204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obligation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499616"/>
            <a:ext cx="4892040" cy="252374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 must be in bounds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must be initialized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aliasing rules must still 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callers must not be able to violate 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4754880"/>
            <a:ext cx="9509760" cy="749808"/>
          </a:xfrm>
          <a:prstGeom prst="rect">
            <a:avLst/>
          </a:prstGeom>
          <a:solidFill>
            <a:srgbClr val="08111C"/>
          </a:solidFill>
          <a:ln w="15240">
            <a:solidFill>
              <a:srgbClr val="FF3D71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safe interface must be stronger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 the unsafe implementation is trusting.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improvement target: design APIs with proof in the type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parameter should answer: what fact does this type prove?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2925623" cy="594360"/>
          </a:xfrm>
          <a:prstGeom prst="rect">
            <a:avLst/>
          </a:prstGeom>
          <a:solidFill>
            <a:srgbClr val="FF3D71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API smell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611423" y="1078992"/>
            <a:ext cx="3575761" cy="594360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to ask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187184" y="1078992"/>
            <a:ext cx="4334256" cy="594360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direction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1673352"/>
            <a:ext cx="2925623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id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611423" y="1673352"/>
            <a:ext cx="3575761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kind of ID?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187184" y="1673352"/>
            <a:ext cx="4334256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CustomerId, OrderId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85800" y="2267712"/>
            <a:ext cx="2925623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 flag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11423" y="2267712"/>
            <a:ext cx="3575761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domain choice?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187184" y="2267712"/>
            <a:ext cx="4334256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class / custom type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85800" y="2862072"/>
            <a:ext cx="2925623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token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611423" y="2862072"/>
            <a:ext cx="3575761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it validated?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187184" y="2862072"/>
            <a:ext cx="4334256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type from parser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2925623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ptr + size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611423" y="3456432"/>
            <a:ext cx="3575761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drift?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187184" y="3456432"/>
            <a:ext cx="4334256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 / slice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85800" y="4050792"/>
            <a:ext cx="2925623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nullable pointer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611423" y="4050792"/>
            <a:ext cx="3575761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 or borrowed?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187184" y="4050792"/>
            <a:ext cx="4334256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/ reference policy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85800" y="4645152"/>
            <a:ext cx="2925623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with mode field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611423" y="4645152"/>
            <a:ext cx="3575761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mode change shape?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187184" y="4645152"/>
            <a:ext cx="4334256" cy="59436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/ enum with data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85800" y="5239512"/>
            <a:ext cx="2925623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fields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611423" y="5239512"/>
            <a:ext cx="3575761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caller break invariant?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187184" y="5239512"/>
            <a:ext cx="4334256" cy="59436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with methods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the type says, the less a future maintainer has to remember.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Anti-patterns: comments doing the work of types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are useful. But comments do not reject invalid programs.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3621938" cy="655320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says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399178" y="1143000"/>
            <a:ext cx="3515411" cy="655320"/>
          </a:xfrm>
          <a:prstGeom prst="rect">
            <a:avLst/>
          </a:prstGeom>
          <a:solidFill>
            <a:srgbClr val="FF3D71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type permits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914589" y="1143000"/>
            <a:ext cx="3515411" cy="655320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" y="1798320"/>
            <a:ext cx="362193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// progress is 0..100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399178" y="179832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= -17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914589" y="179832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 / Progress type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77240" y="2453640"/>
            <a:ext cx="3621938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// only valid after start()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399178" y="2453640"/>
            <a:ext cx="3515411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send() before start()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914589" y="2453640"/>
            <a:ext cx="3515411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typestate / state-specific API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362193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// null means missing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399178" y="310896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forgot null check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914589" y="310896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/ Option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77240" y="3764280"/>
            <a:ext cx="3621938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// one of these fields is set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99178" y="3764280"/>
            <a:ext cx="3515411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fields set, none set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914589" y="3764280"/>
            <a:ext cx="3515411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/ enum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7240" y="4419600"/>
            <a:ext cx="362193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// caller owns pointer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399178" y="441960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delete / leak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914589" y="4419600"/>
            <a:ext cx="3515411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unique_ptr / Box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280160" y="5486400"/>
            <a:ext cx="9601200" cy="566928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comment can explain an invariant.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type can help enforce it.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lab: refactor the file-transfer state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remove invalid states in both C++20 and Rust.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544068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shape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344168"/>
            <a:ext cx="5440680" cy="341071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TransferJob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path;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state;          // 0 queued, 1 running, 2 done, 3 failed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progress;       // supposed to be 0..100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checksum; // only when done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error;    // only when failed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446520" y="1051560"/>
            <a:ext cx="480060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46520" y="1362456"/>
            <a:ext cx="4800600" cy="339242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invalid states this permits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 C++20 version using strong types + variant/optional where useful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 Rust enum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transition functions: start, advance, complete, fail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illegal transitions impossible or explicit failures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with syntax. Start by drawing the valid state machine.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hint: valid states and transitions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coding, decide what the model allows.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011680" cy="868680"/>
          </a:xfrm>
          <a:prstGeom prst="rect">
            <a:avLst/>
          </a:prstGeom>
          <a:solidFill>
            <a:srgbClr val="0A1624"/>
          </a:solidFill>
          <a:ln w="12700">
            <a:solidFill>
              <a:srgbClr val="8FA5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Queued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03320" y="1554480"/>
            <a:ext cx="2057400" cy="86868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 progress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0..99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1554480"/>
            <a:ext cx="2057400" cy="86868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 checksum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= 100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55480" y="1554480"/>
            <a:ext cx="1828800" cy="8686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 error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52928" y="1993392"/>
            <a:ext cx="82296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79008" y="1993392"/>
            <a:ext cx="82296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79008" y="2286000"/>
            <a:ext cx="374904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51560" y="3749040"/>
            <a:ext cx="1014984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 questions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051560" y="4059936"/>
            <a:ext cx="10149840" cy="110642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a queued job fail before running?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progress ever be 100 while still Running?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a Done job also have an error?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Should complete consume Running and produce Done?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type design is the executable form of this diagram.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solution: C++20 shape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small domain types and std::variant for the state-dependent payload.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94360" y="978408"/>
            <a:ext cx="548640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C++20 sketch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4360" y="1271016"/>
            <a:ext cx="5486400" cy="432511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Path { std::string value; };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Checksum { std::string value; };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ErrorMsg { std::string value; };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Progress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static std::optional&lt;Progress&gt; running(int p)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(0 &lt;= p &amp;&amp; p &lt; 100) ? std::optional{Progress(p)} : std::nullopt;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value() const { return value_;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private: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explicit Progress(int p) : value_(p) {}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int value_;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6355080" y="978408"/>
            <a:ext cx="52120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payload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1271016"/>
            <a:ext cx="5212080" cy="43251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Queued { Path path; };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Running { Path path; Progress progress; };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Done { Path path; Checksum checksum; };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Failed { Path path; ErrorMsg error; };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using TransferJob = std::variant&lt;Queued, Running, Done, Failed&gt;;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std::optional&lt;Running&gt; start(const Queued&amp; q);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std::optional&lt;Done&gt; complete(const Running&amp; r, Checksum c);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Failed fail(Running r, ErrorMsg e);</a:t>
            </a:r>
            <a:endParaRPr lang="en-US" sz="7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solution: Rust shape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enum expresses exactly which data exists in each state.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548640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sketch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252728"/>
            <a:ext cx="5486400" cy="459943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Path(String);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Checksum(String);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ErrorMsg(String);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Progress(u8);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Progress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running(p: u8) -&gt; Option&lt;Self&gt;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(p &lt; 100).then_some(Self(p))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enum TransferJob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Queued { path: Path },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Running { path: Path, progress: Progress },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Done { path: Path, checksum: Checksum },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Failed { path: Path, error: ErrorMsg },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446520" y="960120"/>
            <a:ext cx="507492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style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46520" y="1252728"/>
            <a:ext cx="5074920" cy="459943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TransferJob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start(self) -&gt; Result&lt;Self, Self&gt;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match self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TransferJob::Queued { path } =&gt; Ok(Self::Running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path,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progress: Progress::running(0).unwrap(),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}),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other =&gt; Err(other),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Alternative: separate types per state for stricter transitions.</a:t>
            </a:r>
            <a:endParaRPr lang="en-US" sz="7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Quiz: types and invariants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choice: answer from the perspective of invariants, not syntax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30352" y="1042416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50976" y="1024128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main purpose of an invariant-bearing type?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50976" y="1307592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To make code longer    B. To encode facts that must remain true    C. To avoid testing    D. To force heap allocation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50976" y="182880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model best represents a value that may be absent?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50976" y="2112264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Magic integer    B. Comment    C. Option/optional    D. Empty string always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651760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50976" y="263347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enum-with-data stronger than tag-plus-fields?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50976" y="2916936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It is always faster    B. It attaches data only to valid cases    C. It uses less syntax    D. It removes all runtime checks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3456432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950976" y="343814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C++ facility most closely approximates a Rust enum with alternatives?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50976" y="3721608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std::mutex    B. std::variant    C. std::thread    D. std::vector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4261104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50976" y="4242816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are bool parameters often a smell?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50976" y="4526280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Booleans are slow    B. They hide domain meaning at call sites    C. Rust has no bool    D. They cannot be optimized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continued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choice: answer from the perspective of invariants, not syntax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30352" y="1042416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50976" y="1024128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validation usually happen?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50976" y="1307592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Everywhere repeatedly    B. At boundaries that construct stronger types    C. Only in comments    D. Only in tests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50976" y="182880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smart constructor?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50976" y="2112264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 constructor that allocates on the heap    B. A constructor/factory that establishes invariants    C. A macro    D. A debugger feature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651760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50976" y="263347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typestate?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50976" y="2916936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State encoded in log files    B. Program states represented by different types    C. A global enum variable    D. A runtime-only flag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3456432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950976" y="343814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exhaustive matching help with?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50976" y="3721608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Finding forgotten cases after the domain changes    B. Making pointers nullable    C. Avoiding destructors    D. Making all code branchless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4261104"/>
            <a:ext cx="329184" cy="237744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50976" y="4242816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unsafe code exists behind a safe API, what must the safe API do?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50976" y="4526280"/>
            <a:ext cx="10515600" cy="384048"/>
          </a:xfrm>
          <a:prstGeom prst="rect">
            <a:avLst/>
          </a:prstGeom>
          <a:solidFill>
            <a:srgbClr val="0A1624"/>
          </a:solidFill>
          <a:ln w="762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Expose all internals    B. Preserve the invariants unsafe code relies on    C. Disable optimization    D. Avoid types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answers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explanations matter more than the letter choices.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866851" cy="448887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552651" y="1051560"/>
            <a:ext cx="1300277" cy="448887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852928" y="1051560"/>
            <a:ext cx="8668512" cy="448887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4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1500447"/>
            <a:ext cx="866851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552651" y="1500447"/>
            <a:ext cx="1300277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852928" y="1500447"/>
            <a:ext cx="8668512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type with an invariant encodes facts that must remain true.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85800" y="1949335"/>
            <a:ext cx="866851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552651" y="1949335"/>
            <a:ext cx="1300277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852928" y="1949335"/>
            <a:ext cx="8668512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Option/optional makes absence explicit in the type.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85800" y="2398222"/>
            <a:ext cx="866851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552651" y="2398222"/>
            <a:ext cx="1300277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852928" y="2398222"/>
            <a:ext cx="8668512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belongs only to the cases where it is meaningful.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2847109"/>
            <a:ext cx="866851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552651" y="2847109"/>
            <a:ext cx="1300277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852928" y="2847109"/>
            <a:ext cx="8668512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std::variant is the closest standard C++ analogue.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85800" y="3295996"/>
            <a:ext cx="866851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552651" y="3295996"/>
            <a:ext cx="1300277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852928" y="3295996"/>
            <a:ext cx="8668512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 arguments rarely explain their domain role at the call site.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85800" y="3744884"/>
            <a:ext cx="866851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552651" y="3744884"/>
            <a:ext cx="1300277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852928" y="3744884"/>
            <a:ext cx="8668512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at boundaries, then pass stronger values inside.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85800" y="4193771"/>
            <a:ext cx="866851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552651" y="4193771"/>
            <a:ext cx="1300277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852928" y="4193771"/>
            <a:ext cx="8668512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smart constructor/factory establishes the invariant before exposing the value.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85800" y="4642658"/>
            <a:ext cx="866851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552651" y="4642658"/>
            <a:ext cx="1300277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852928" y="4642658"/>
            <a:ext cx="8668512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Typestate encodes protocol/state transitions in types.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85800" y="5091545"/>
            <a:ext cx="866851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552651" y="5091545"/>
            <a:ext cx="1300277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852928" y="5091545"/>
            <a:ext cx="8668512" cy="44888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Exhaustive matching turns domain model changes into compiler reminders.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85800" y="5540433"/>
            <a:ext cx="866851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552651" y="5540433"/>
            <a:ext cx="1300277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852928" y="5540433"/>
            <a:ext cx="8668512" cy="44888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safe API must preserve the assumptions used by unsafe internals.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target is design reflex: ask what invalid state the type still permits.</a:t>
            </a:r>
            <a:endParaRPr lang="en-US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thesis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are how systems programmers write down what must not happen.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9601200" y="65745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0652760" cy="114300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is not only memory safety.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pressure to make the domain model honest.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80060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this section, ask in C++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facts are currently living only in my head, comments, or tests?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926080"/>
            <a:ext cx="480060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ask in Rust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this invalid state be made unrepresentable in safe code?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5989320"/>
            <a:ext cx="10149840" cy="329184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why is clear, the coding patterns become reflex.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and Invariants</dc:title>
  <dc:subject>Rust and C++ course addendum: Types and invariants</dc:subject>
  <dc:creator>OpenAI</dc:creator>
  <cp:lastModifiedBy>OpenAI</cp:lastModifiedBy>
  <cp:revision>1</cp:revision>
  <dcterms:created xsi:type="dcterms:W3CDTF">2026-09-13T08:18:36Z</dcterms:created>
  <dcterms:modified xsi:type="dcterms:W3CDTF">2026-09-13T08:18:36Z</dcterms:modified>
</cp:coreProperties>
</file>